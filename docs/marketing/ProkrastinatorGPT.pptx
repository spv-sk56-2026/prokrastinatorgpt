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639097" y="2925096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EBEBEB"/>
                </a:solidFill>
              </a:defRPr>
            </a:pPr>
            <a:r>
              <a:rPr lang="sl-SI" dirty="0" err="1"/>
              <a:t>ProkrastinatorGPT</a:t>
            </a:r>
            <a:endParaRPr lang="sl-SI" dirty="0"/>
          </a:p>
        </p:txBody>
      </p:sp>
      <p:sp>
        <p:nvSpPr>
          <p:cNvPr id="3" name="TextBox 2"/>
          <p:cNvSpPr txBox="1"/>
          <p:nvPr/>
        </p:nvSpPr>
        <p:spPr>
          <a:xfrm>
            <a:off x="0" y="3839496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7F7F7F"/>
                </a:solidFill>
              </a:defRPr>
            </a:pPr>
            <a:r>
              <a:rPr lang="sl-SI" dirty="0"/>
              <a:t>Akademski minimum. Maksimalna učinkovitost.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A3D9DED3-B6BD-E247-4E70-B7FCE6AC5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3042" y="1560255"/>
            <a:ext cx="3044316" cy="3044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2F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2559868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EBEB"/>
                </a:solidFill>
              </a:defRPr>
            </a:pPr>
            <a:r>
              <a:rPr lang="sl-SI" dirty="0"/>
              <a:t>Predstavitev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04566" y="1676737"/>
            <a:ext cx="7334865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sz="2000" dirty="0"/>
              <a:t>Browser </a:t>
            </a:r>
            <a:r>
              <a:rPr sz="2000" dirty="0" err="1"/>
              <a:t>extensio</a:t>
            </a:r>
            <a:r>
              <a:rPr lang="sl-SI" sz="2000" dirty="0"/>
              <a:t>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sz="2000" dirty="0" err="1"/>
              <a:t>Prebere</a:t>
            </a:r>
            <a:r>
              <a:rPr sz="2000" dirty="0"/>
              <a:t> </a:t>
            </a:r>
            <a:r>
              <a:rPr sz="2000" dirty="0" err="1"/>
              <a:t>navodila</a:t>
            </a:r>
            <a:endParaRPr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sz="2000" dirty="0" err="1"/>
              <a:t>Izlušči</a:t>
            </a:r>
            <a:r>
              <a:rPr sz="2000" dirty="0"/>
              <a:t> </a:t>
            </a:r>
            <a:r>
              <a:rPr sz="2000" dirty="0" err="1"/>
              <a:t>bistvo</a:t>
            </a:r>
            <a:endParaRPr lang="sl-SI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lang="sl-SI" sz="2000" dirty="0"/>
              <a:t>Oceni trajanje in zahtevnost</a:t>
            </a:r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DD62A706-1EA6-42A6-7DBC-CD6B1CE7A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895" y="3684030"/>
            <a:ext cx="5876209" cy="30049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2F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EBEB"/>
                </a:solidFill>
              </a:defRPr>
            </a:pPr>
            <a:r>
              <a:rPr dirty="0" err="1"/>
              <a:t>Filozofija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580130" cy="20712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sz="2200" dirty="0"/>
              <a:t>Ne </a:t>
            </a:r>
            <a:r>
              <a:rPr sz="2200" dirty="0" err="1"/>
              <a:t>začni</a:t>
            </a:r>
            <a:r>
              <a:rPr sz="2200" dirty="0"/>
              <a:t> </a:t>
            </a:r>
            <a:r>
              <a:rPr sz="2200" dirty="0" err="1"/>
              <a:t>prej</a:t>
            </a:r>
            <a:endParaRPr lang="sl-SI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lang="sl-SI" sz="2200" dirty="0"/>
              <a:t>Ne delaj preveč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lang="sl-SI" sz="2200" dirty="0"/>
              <a:t>Naredi minimum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lang="sl-SI" sz="2200" dirty="0"/>
              <a:t>Oddaj pravočasno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01329" y="97236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BEBEB"/>
                </a:solidFill>
              </a:defRPr>
            </a:pPr>
            <a:r>
              <a:rPr dirty="0"/>
              <a:t>Bug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3678" y="1981759"/>
            <a:ext cx="3375924" cy="1055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dirty="0" err="1"/>
              <a:t>Če</a:t>
            </a:r>
            <a:r>
              <a:rPr dirty="0"/>
              <a:t> </a:t>
            </a:r>
            <a:r>
              <a:rPr dirty="0" err="1"/>
              <a:t>nekaj</a:t>
            </a:r>
            <a:r>
              <a:rPr dirty="0"/>
              <a:t> ne dela</a:t>
            </a:r>
            <a:r>
              <a:rPr lang="sl-SI" dirty="0"/>
              <a:t>, p</a:t>
            </a:r>
            <a:r>
              <a:rPr dirty="0" err="1"/>
              <a:t>rijav</a:t>
            </a:r>
            <a:r>
              <a:rPr lang="sl-SI" dirty="0"/>
              <a:t>i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dirty="0" err="1"/>
              <a:t>Mogoče</a:t>
            </a:r>
            <a:r>
              <a:rPr dirty="0"/>
              <a:t> </a:t>
            </a:r>
            <a:r>
              <a:rPr dirty="0" err="1"/>
              <a:t>bomo</a:t>
            </a:r>
            <a:r>
              <a:rPr dirty="0"/>
              <a:t> </a:t>
            </a:r>
            <a:r>
              <a:rPr dirty="0" err="1"/>
              <a:t>pogledali</a:t>
            </a:r>
            <a:endParaRPr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B64628D3-2535-BB65-CE4B-5545FF7E8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602" y="1643717"/>
            <a:ext cx="4892708" cy="393258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483C6584-45FF-6FA7-6856-AB612FBCEE41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2F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0"/>
            <a:ext cx="3873911" cy="6858000"/>
          </a:xfrm>
          <a:prstGeom prst="rect">
            <a:avLst/>
          </a:prstGeom>
          <a:solidFill>
            <a:srgbClr val="3A2F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BEBEB"/>
                </a:solidFill>
              </a:defRPr>
            </a:pPr>
            <a:r>
              <a:rPr dirty="0"/>
              <a:t>Login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011680"/>
            <a:ext cx="3530838" cy="152195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lang="sl-SI" sz="2200" dirty="0"/>
              <a:t>Minimalen </a:t>
            </a:r>
            <a:r>
              <a:rPr lang="sl-SI" sz="2200" dirty="0" err="1"/>
              <a:t>login</a:t>
            </a:r>
            <a:endParaRPr lang="sl-SI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lang="sl-SI" sz="2200" dirty="0"/>
              <a:t>Brez nepotrebnih korakov</a:t>
            </a:r>
            <a:br>
              <a:rPr lang="sl-SI" sz="2000" dirty="0"/>
            </a:br>
            <a:endParaRPr lang="sl-SI" sz="2000"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501FC347-2EFF-BC6C-8594-E1B531E3C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28" y="1100679"/>
            <a:ext cx="3616093" cy="46566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3A2F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BEBEB"/>
                </a:solidFill>
              </a:defRPr>
            </a:pPr>
            <a:r>
              <a:t>AI Povzetek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011680"/>
            <a:ext cx="387003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EBEBEB"/>
                </a:solidFill>
              </a:defRPr>
            </a:pPr>
            <a:r>
              <a:rPr dirty="0"/>
              <a:t>Dolga </a:t>
            </a:r>
            <a:r>
              <a:rPr dirty="0" err="1"/>
              <a:t>navodila</a:t>
            </a:r>
            <a:r>
              <a:rPr dirty="0"/>
              <a:t> → </a:t>
            </a:r>
            <a:r>
              <a:rPr dirty="0" err="1"/>
              <a:t>kratek</a:t>
            </a:r>
            <a:r>
              <a:rPr dirty="0"/>
              <a:t> output</a:t>
            </a:r>
            <a:br>
              <a:rPr dirty="0"/>
            </a:br>
            <a:r>
              <a:rPr dirty="0"/>
              <a:t>Samo </a:t>
            </a:r>
            <a:r>
              <a:rPr dirty="0" err="1"/>
              <a:t>bistvo</a:t>
            </a:r>
            <a:endParaRPr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A96B801E-1AF4-1485-7B63-17CEC257C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810" y="413916"/>
            <a:ext cx="7192379" cy="603016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93574" cy="6858000"/>
          </a:xfrm>
          <a:prstGeom prst="rect">
            <a:avLst/>
          </a:prstGeom>
          <a:solidFill>
            <a:srgbClr val="3A2F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EBEBEB"/>
                </a:solidFill>
              </a:defRPr>
            </a:pPr>
            <a:r>
              <a:t>Dark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2011680"/>
            <a:ext cx="477547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dirty="0"/>
              <a:t>Za </a:t>
            </a:r>
            <a:r>
              <a:rPr dirty="0" err="1"/>
              <a:t>pozne</a:t>
            </a:r>
            <a:r>
              <a:rPr dirty="0"/>
              <a:t> </a:t>
            </a:r>
            <a:r>
              <a:rPr dirty="0" err="1"/>
              <a:t>ure</a:t>
            </a:r>
            <a:r>
              <a:rPr lang="sl-SI" dirty="0"/>
              <a:t>, a</a:t>
            </a:r>
            <a:r>
              <a:rPr dirty="0"/>
              <a:t>li pa </a:t>
            </a:r>
            <a:r>
              <a:rPr dirty="0" err="1"/>
              <a:t>samo</a:t>
            </a:r>
            <a:r>
              <a:rPr dirty="0"/>
              <a:t> za </a:t>
            </a:r>
            <a:r>
              <a:rPr dirty="0" err="1"/>
              <a:t>estetiko</a:t>
            </a:r>
            <a:r>
              <a:rPr dirty="0"/>
              <a:t>.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62158141-AF4F-3EF0-5121-241656D09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03" y="1113449"/>
            <a:ext cx="3595391" cy="46311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A2F7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BEBEB"/>
                </a:solidFill>
              </a:defRPr>
            </a:pPr>
            <a:r>
              <a:t>Zaključek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685963" cy="15633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dirty="0" err="1"/>
              <a:t>Manj</a:t>
            </a:r>
            <a:r>
              <a:rPr dirty="0"/>
              <a:t> dela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dirty="0" err="1"/>
              <a:t>Dovolj</a:t>
            </a:r>
            <a:r>
              <a:rPr dirty="0"/>
              <a:t> </a:t>
            </a:r>
            <a:r>
              <a:rPr dirty="0" err="1"/>
              <a:t>dober</a:t>
            </a:r>
            <a:r>
              <a:rPr dirty="0"/>
              <a:t> </a:t>
            </a:r>
            <a:r>
              <a:rPr dirty="0" err="1"/>
              <a:t>rezultat</a:t>
            </a:r>
            <a:endParaRPr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200">
                <a:solidFill>
                  <a:srgbClr val="EBEBEB"/>
                </a:solidFill>
              </a:defRPr>
            </a:pPr>
            <a:r>
              <a:rPr dirty="0" err="1"/>
              <a:t>Več</a:t>
            </a:r>
            <a:r>
              <a:rPr dirty="0"/>
              <a:t> </a:t>
            </a:r>
            <a:r>
              <a:rPr dirty="0" err="1"/>
              <a:t>prostega</a:t>
            </a:r>
            <a:r>
              <a:rPr dirty="0"/>
              <a:t> </a:t>
            </a:r>
            <a:r>
              <a:rPr dirty="0" err="1"/>
              <a:t>časa</a:t>
            </a:r>
            <a:r>
              <a:rPr lang="sl-SI" dirty="0"/>
              <a:t> za </a:t>
            </a:r>
            <a:r>
              <a:rPr lang="sl-SI" dirty="0" err="1"/>
              <a:t>doomscrollanje</a:t>
            </a:r>
            <a:endParaRPr dirty="0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2D7E971-CA6F-A064-B0EE-5DB5222119C4}"/>
              </a:ext>
            </a:extLst>
          </p:cNvPr>
          <p:cNvSpPr txBox="1"/>
          <p:nvPr/>
        </p:nvSpPr>
        <p:spPr>
          <a:xfrm>
            <a:off x="602226" y="5678129"/>
            <a:ext cx="7939548" cy="38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200">
                <a:solidFill>
                  <a:srgbClr val="EBEBEB"/>
                </a:solidFill>
              </a:defRPr>
            </a:pPr>
            <a:r>
              <a:rPr lang="sl-SI" sz="1400" dirty="0" err="1"/>
              <a:t>Disclaimer</a:t>
            </a:r>
            <a:r>
              <a:rPr lang="sl-SI" sz="1400" dirty="0"/>
              <a:t>: </a:t>
            </a:r>
            <a:r>
              <a:rPr lang="sl-SI" sz="1400" dirty="0" err="1"/>
              <a:t>powerpoint</a:t>
            </a:r>
            <a:r>
              <a:rPr lang="sl-SI" sz="1400" dirty="0"/>
              <a:t> predstavitev je bila narejena zadnji dan, po navodilih orodja </a:t>
            </a:r>
            <a:r>
              <a:rPr lang="sl-SI" sz="1400" dirty="0" err="1"/>
              <a:t>ProkrastinatorGPT</a:t>
            </a:r>
            <a:endParaRPr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99</Words>
  <Application>Microsoft Office PowerPoint</Application>
  <PresentationFormat>Diaprojekcija na zaslonu (4:3)</PresentationFormat>
  <Paragraphs>27</Paragraphs>
  <Slides>8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2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Tilen König</cp:lastModifiedBy>
  <cp:revision>3</cp:revision>
  <dcterms:created xsi:type="dcterms:W3CDTF">2013-01-27T09:14:16Z</dcterms:created>
  <dcterms:modified xsi:type="dcterms:W3CDTF">2026-03-22T17:01:42Z</dcterms:modified>
  <cp:category/>
</cp:coreProperties>
</file>